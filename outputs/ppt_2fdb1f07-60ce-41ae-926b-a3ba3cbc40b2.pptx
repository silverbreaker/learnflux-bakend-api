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9B6BFF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CIE-2 Syllabus • ADA: - Brute force-String matching, Exhaustive search-Knapsack problem, TSP, Job assignment problem - Dynamic Programming-Coin problem-Coin row problem, change making problem, coin collection problem, Warshall’s algorithm, Flyod’s algorithm, Knapsack problem- Bottom up approach and top down approach using memory functions - Decrease and Conquer- Three variations, Topological sorting using source removal method, Generating permutations-Johnson Trotter algorithm, Generating permutation using bottom up minimal change algorithm and in lexicographic order, Russian Peasant multiplication, Median selection problem using variable size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9B6BFF"/>
                </a:solidFill>
              </a:rP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decrease - Transform and Conquer-Presorting-Binary search, Uniqueness of an element and mode value, Heap sort, Horner’s rule - Heap sort - Bottom up approach and Top down approach</a:t>
            </a:r>
          </a:p>
          <a:p>
            <a:pPr/>
            <a:r>
              <a:rPr sz="1800"/>
              <a:t>• OS: - Unit 2: Multithreaded Programming: Overview, Multi-core Programming, Multithreading Models, Implicit Threading, Threading Issues</a:t>
            </a:r>
          </a:p>
          <a:p>
            <a:pPr/>
            <a:r>
              <a:rPr sz="1800"/>
              <a:t>Thread Scheduling, Multiple-Processor Scheduling, Real-Time CPU Scheduling</a:t>
            </a:r>
          </a:p>
          <a:p>
            <a:pPr/>
            <a:r>
              <a:rPr sz="1800"/>
              <a:t>- Unit 3: Synchronization: Background, Critical Section Problem, Mutex locks, Semaphores, Classic Problems of Synchronization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9B6BFF"/>
                </a:solidFill>
              </a:rPr>
              <a:t>Main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Detection and Recovery from deadlock</a:t>
            </a:r>
          </a:p>
          <a:p>
            <a:pPr/>
            <a:r>
              <a:rPr sz="1800"/>
              <a:t>• LAO: - Unit 4: eigen spaces of a linear transformation, Characteristic and Minimal Polynomials of Block Matrices, Jordan Canonical form</a:t>
            </a:r>
          </a:p>
          <a:p>
            <a:pPr/>
            <a:r>
              <a:rPr sz="1800"/>
              <a:t>- Unit 5: Diagonalization, Orthogonal diagonalization of real symmetric matrices, quadratic forms and its classifications, signature, index</a:t>
            </a:r>
          </a:p>
          <a:p>
            <a:pPr/>
            <a:r>
              <a:rPr sz="1800"/>
              <a:t>• SE: - System models: Context models, Behavioural models, Data models, Object models, Structured methods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9B6BFF"/>
                </a:solidFill>
              </a:rPr>
              <a:t>Important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object-oriented design process Design evolution</a:t>
            </a:r>
          </a:p>
          <a:p>
            <a:pPr/>
            <a:r>
              <a:rPr sz="1800"/>
              <a:t>- Software Project Management: The Management Spectrum, Product, process and project, The W5HH principle, Critical practices, Estimation for Software Project: Software Project estimation, Decomposition Techniques, Empirical Estimation models • CRP: unit 2 and 3 full • TFC (as of 14-05-2026): - Unit 2: Proving Languages Not to Be Regular, Closure Properties of Regular Languages, Equivalence and Minimization of Automata - Unit 3: Context Free Grammars, Parse trees, Applications of Context Free Grammars, Ambiguity in Grammars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9B6BFF"/>
                </a:solidFill>
              </a:rPr>
              <a:t>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and Languages, Eliminating Useless Symbols, Computing the Generating and Reachable Symbols, Eliminating Epsilon Productions, Eliminating Unit Productions, Chomsky Normal Form, Greibach Normal 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